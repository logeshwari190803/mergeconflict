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2"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589DA7-E6CE-42B2-9307-27A464A2C5F3}" v="1" dt="2025-03-15T09:26:45.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tha K" userId="be5a93cca971a115" providerId="LiveId" clId="{75589DA7-E6CE-42B2-9307-27A464A2C5F3}"/>
    <pc:docChg chg="undo custSel addSld modSld sldOrd">
      <pc:chgData name="Subitha K" userId="be5a93cca971a115" providerId="LiveId" clId="{75589DA7-E6CE-42B2-9307-27A464A2C5F3}" dt="2025-03-15T10:28:08.638" v="603" actId="20577"/>
      <pc:docMkLst>
        <pc:docMk/>
      </pc:docMkLst>
      <pc:sldChg chg="addSp delSp modSp mod">
        <pc:chgData name="Subitha K" userId="be5a93cca971a115" providerId="LiveId" clId="{75589DA7-E6CE-42B2-9307-27A464A2C5F3}" dt="2025-03-15T09:54:38.866" v="584" actId="2711"/>
        <pc:sldMkLst>
          <pc:docMk/>
          <pc:sldMk cId="1554923208" sldId="256"/>
        </pc:sldMkLst>
        <pc:spChg chg="mod">
          <ac:chgData name="Subitha K" userId="be5a93cca971a115" providerId="LiveId" clId="{75589DA7-E6CE-42B2-9307-27A464A2C5F3}" dt="2025-03-15T09:54:38.866" v="584" actId="2711"/>
          <ac:spMkLst>
            <pc:docMk/>
            <pc:sldMk cId="1554923208" sldId="256"/>
            <ac:spMk id="2" creationId="{6A478DB6-3E8D-9DBD-434D-EC4055A54F35}"/>
          </ac:spMkLst>
        </pc:spChg>
        <pc:picChg chg="add mod">
          <ac:chgData name="Subitha K" userId="be5a93cca971a115" providerId="LiveId" clId="{75589DA7-E6CE-42B2-9307-27A464A2C5F3}" dt="2025-03-15T09:54:12.495" v="582" actId="1076"/>
          <ac:picMkLst>
            <pc:docMk/>
            <pc:sldMk cId="1554923208" sldId="256"/>
            <ac:picMk id="4" creationId="{254E05C7-1528-0EFF-9789-998DAAAA87F4}"/>
          </ac:picMkLst>
        </pc:picChg>
        <pc:picChg chg="add del mod">
          <ac:chgData name="Subitha K" userId="be5a93cca971a115" providerId="LiveId" clId="{75589DA7-E6CE-42B2-9307-27A464A2C5F3}" dt="2025-03-15T09:52:16.850" v="578" actId="478"/>
          <ac:picMkLst>
            <pc:docMk/>
            <pc:sldMk cId="1554923208" sldId="256"/>
            <ac:picMk id="6" creationId="{7A9B34E3-8889-9B91-C5D6-AD22C11A740F}"/>
          </ac:picMkLst>
        </pc:picChg>
      </pc:sldChg>
      <pc:sldChg chg="modSp mod">
        <pc:chgData name="Subitha K" userId="be5a93cca971a115" providerId="LiveId" clId="{75589DA7-E6CE-42B2-9307-27A464A2C5F3}" dt="2025-03-15T10:28:08.638" v="603" actId="20577"/>
        <pc:sldMkLst>
          <pc:docMk/>
          <pc:sldMk cId="1389331663" sldId="257"/>
        </pc:sldMkLst>
        <pc:spChg chg="mod">
          <ac:chgData name="Subitha K" userId="be5a93cca971a115" providerId="LiveId" clId="{75589DA7-E6CE-42B2-9307-27A464A2C5F3}" dt="2025-03-15T10:28:08.638" v="603" actId="20577"/>
          <ac:spMkLst>
            <pc:docMk/>
            <pc:sldMk cId="1389331663" sldId="257"/>
            <ac:spMk id="3" creationId="{700BBC74-91D0-F7EA-B060-2E59FF65886B}"/>
          </ac:spMkLst>
        </pc:spChg>
        <pc:spChg chg="mod">
          <ac:chgData name="Subitha K" userId="be5a93cca971a115" providerId="LiveId" clId="{75589DA7-E6CE-42B2-9307-27A464A2C5F3}" dt="2025-03-15T09:55:23.436" v="586" actId="255"/>
          <ac:spMkLst>
            <pc:docMk/>
            <pc:sldMk cId="1389331663" sldId="257"/>
            <ac:spMk id="5" creationId="{1D1F8D4F-AD3A-C678-528A-31D358726570}"/>
          </ac:spMkLst>
        </pc:spChg>
      </pc:sldChg>
      <pc:sldChg chg="modSp mod">
        <pc:chgData name="Subitha K" userId="be5a93cca971a115" providerId="LiveId" clId="{75589DA7-E6CE-42B2-9307-27A464A2C5F3}" dt="2025-03-15T09:49:17.703" v="564" actId="20577"/>
        <pc:sldMkLst>
          <pc:docMk/>
          <pc:sldMk cId="3752615427" sldId="258"/>
        </pc:sldMkLst>
        <pc:spChg chg="mod">
          <ac:chgData name="Subitha K" userId="be5a93cca971a115" providerId="LiveId" clId="{75589DA7-E6CE-42B2-9307-27A464A2C5F3}" dt="2025-03-15T09:49:17.703" v="564" actId="20577"/>
          <ac:spMkLst>
            <pc:docMk/>
            <pc:sldMk cId="3752615427" sldId="258"/>
            <ac:spMk id="3" creationId="{F033D497-C74D-3D1E-E9E1-9F6AFD0915C5}"/>
          </ac:spMkLst>
        </pc:spChg>
      </pc:sldChg>
      <pc:sldChg chg="modSp mod">
        <pc:chgData name="Subitha K" userId="be5a93cca971a115" providerId="LiveId" clId="{75589DA7-E6CE-42B2-9307-27A464A2C5F3}" dt="2025-03-15T09:37:32.351" v="221" actId="255"/>
        <pc:sldMkLst>
          <pc:docMk/>
          <pc:sldMk cId="3989260609" sldId="259"/>
        </pc:sldMkLst>
        <pc:spChg chg="mod">
          <ac:chgData name="Subitha K" userId="be5a93cca971a115" providerId="LiveId" clId="{75589DA7-E6CE-42B2-9307-27A464A2C5F3}" dt="2025-03-15T09:37:32.351" v="221" actId="255"/>
          <ac:spMkLst>
            <pc:docMk/>
            <pc:sldMk cId="3989260609" sldId="259"/>
            <ac:spMk id="3" creationId="{91FF9127-B455-84A9-8D3D-C532B5AD5941}"/>
          </ac:spMkLst>
        </pc:spChg>
      </pc:sldChg>
      <pc:sldChg chg="modSp add mod">
        <pc:chgData name="Subitha K" userId="be5a93cca971a115" providerId="LiveId" clId="{75589DA7-E6CE-42B2-9307-27A464A2C5F3}" dt="2025-03-15T09:38:14.565" v="232" actId="20577"/>
        <pc:sldMkLst>
          <pc:docMk/>
          <pc:sldMk cId="1579738498" sldId="260"/>
        </pc:sldMkLst>
        <pc:spChg chg="mod">
          <ac:chgData name="Subitha K" userId="be5a93cca971a115" providerId="LiveId" clId="{75589DA7-E6CE-42B2-9307-27A464A2C5F3}" dt="2025-03-15T09:38:14.565" v="232" actId="20577"/>
          <ac:spMkLst>
            <pc:docMk/>
            <pc:sldMk cId="1579738498" sldId="260"/>
            <ac:spMk id="3" creationId="{D23B5555-D142-6B4B-609B-C8D4ED32EFDC}"/>
          </ac:spMkLst>
        </pc:spChg>
      </pc:sldChg>
      <pc:sldChg chg="modSp add mod">
        <pc:chgData name="Subitha K" userId="be5a93cca971a115" providerId="LiveId" clId="{75589DA7-E6CE-42B2-9307-27A464A2C5F3}" dt="2025-03-15T09:43:04.022" v="451" actId="255"/>
        <pc:sldMkLst>
          <pc:docMk/>
          <pc:sldMk cId="2787931834" sldId="261"/>
        </pc:sldMkLst>
        <pc:spChg chg="mod">
          <ac:chgData name="Subitha K" userId="be5a93cca971a115" providerId="LiveId" clId="{75589DA7-E6CE-42B2-9307-27A464A2C5F3}" dt="2025-03-15T09:43:04.022" v="451" actId="255"/>
          <ac:spMkLst>
            <pc:docMk/>
            <pc:sldMk cId="2787931834" sldId="261"/>
            <ac:spMk id="3" creationId="{535D6F30-757B-305D-C114-164B1B7D28F3}"/>
          </ac:spMkLst>
        </pc:spChg>
      </pc:sldChg>
      <pc:sldChg chg="modSp add mod">
        <pc:chgData name="Subitha K" userId="be5a93cca971a115" providerId="LiveId" clId="{75589DA7-E6CE-42B2-9307-27A464A2C5F3}" dt="2025-03-15T09:49:47.260" v="567" actId="14100"/>
        <pc:sldMkLst>
          <pc:docMk/>
          <pc:sldMk cId="1299069654" sldId="262"/>
        </pc:sldMkLst>
        <pc:spChg chg="mod">
          <ac:chgData name="Subitha K" userId="be5a93cca971a115" providerId="LiveId" clId="{75589DA7-E6CE-42B2-9307-27A464A2C5F3}" dt="2025-03-15T09:49:47.260" v="567" actId="14100"/>
          <ac:spMkLst>
            <pc:docMk/>
            <pc:sldMk cId="1299069654" sldId="262"/>
            <ac:spMk id="3" creationId="{19F8A3E9-F93B-B30F-D80B-F229A87D864C}"/>
          </ac:spMkLst>
        </pc:spChg>
      </pc:sldChg>
      <pc:sldChg chg="modSp add mod ord">
        <pc:chgData name="Subitha K" userId="be5a93cca971a115" providerId="LiveId" clId="{75589DA7-E6CE-42B2-9307-27A464A2C5F3}" dt="2025-03-15T09:40:12.568" v="370" actId="12"/>
        <pc:sldMkLst>
          <pc:docMk/>
          <pc:sldMk cId="3379229256" sldId="263"/>
        </pc:sldMkLst>
        <pc:spChg chg="mod">
          <ac:chgData name="Subitha K" userId="be5a93cca971a115" providerId="LiveId" clId="{75589DA7-E6CE-42B2-9307-27A464A2C5F3}" dt="2025-03-15T09:40:12.568" v="370" actId="12"/>
          <ac:spMkLst>
            <pc:docMk/>
            <pc:sldMk cId="3379229256" sldId="263"/>
            <ac:spMk id="3" creationId="{4850D07D-2A22-5FAD-C394-39CC4306C460}"/>
          </ac:spMkLst>
        </pc:spChg>
      </pc:sldChg>
      <pc:sldChg chg="modSp add mod">
        <pc:chgData name="Subitha K" userId="be5a93cca971a115" providerId="LiveId" clId="{75589DA7-E6CE-42B2-9307-27A464A2C5F3}" dt="2025-03-15T09:46:09.131" v="498"/>
        <pc:sldMkLst>
          <pc:docMk/>
          <pc:sldMk cId="2824189979" sldId="264"/>
        </pc:sldMkLst>
        <pc:spChg chg="mod">
          <ac:chgData name="Subitha K" userId="be5a93cca971a115" providerId="LiveId" clId="{75589DA7-E6CE-42B2-9307-27A464A2C5F3}" dt="2025-03-15T09:46:09.131" v="498"/>
          <ac:spMkLst>
            <pc:docMk/>
            <pc:sldMk cId="2824189979" sldId="264"/>
            <ac:spMk id="3" creationId="{E68AB841-05C7-E2F1-81C8-913BB83B1946}"/>
          </ac:spMkLst>
        </pc:spChg>
      </pc:sldChg>
      <pc:sldChg chg="addSp delSp modSp new mod">
        <pc:chgData name="Subitha K" userId="be5a93cca971a115" providerId="LiveId" clId="{75589DA7-E6CE-42B2-9307-27A464A2C5F3}" dt="2025-03-15T09:47:48.659" v="536" actId="1076"/>
        <pc:sldMkLst>
          <pc:docMk/>
          <pc:sldMk cId="2795921763" sldId="265"/>
        </pc:sldMkLst>
        <pc:spChg chg="mod">
          <ac:chgData name="Subitha K" userId="be5a93cca971a115" providerId="LiveId" clId="{75589DA7-E6CE-42B2-9307-27A464A2C5F3}" dt="2025-03-15T09:47:19.376" v="526" actId="20577"/>
          <ac:spMkLst>
            <pc:docMk/>
            <pc:sldMk cId="2795921763" sldId="265"/>
            <ac:spMk id="2" creationId="{4A7762CC-FB24-D4D3-FE11-EEC62286059D}"/>
          </ac:spMkLst>
        </pc:spChg>
        <pc:spChg chg="del mod">
          <ac:chgData name="Subitha K" userId="be5a93cca971a115" providerId="LiveId" clId="{75589DA7-E6CE-42B2-9307-27A464A2C5F3}" dt="2025-03-15T09:47:03.826" v="517"/>
          <ac:spMkLst>
            <pc:docMk/>
            <pc:sldMk cId="2795921763" sldId="265"/>
            <ac:spMk id="3" creationId="{61F3F862-C4A9-18FB-B6E9-792471CC9683}"/>
          </ac:spMkLst>
        </pc:spChg>
        <pc:picChg chg="add mod">
          <ac:chgData name="Subitha K" userId="be5a93cca971a115" providerId="LiveId" clId="{75589DA7-E6CE-42B2-9307-27A464A2C5F3}" dt="2025-03-15T09:47:44.412" v="534" actId="1076"/>
          <ac:picMkLst>
            <pc:docMk/>
            <pc:sldMk cId="2795921763" sldId="265"/>
            <ac:picMk id="4" creationId="{994F39CD-807D-F5DF-3C21-5219FC16ED60}"/>
          </ac:picMkLst>
        </pc:picChg>
        <pc:picChg chg="add mod">
          <ac:chgData name="Subitha K" userId="be5a93cca971a115" providerId="LiveId" clId="{75589DA7-E6CE-42B2-9307-27A464A2C5F3}" dt="2025-03-15T09:47:45.971" v="535" actId="1076"/>
          <ac:picMkLst>
            <pc:docMk/>
            <pc:sldMk cId="2795921763" sldId="265"/>
            <ac:picMk id="5" creationId="{427BE7A3-560E-9D46-7629-EAEACD3B5C19}"/>
          </ac:picMkLst>
        </pc:picChg>
        <pc:picChg chg="add mod">
          <ac:chgData name="Subitha K" userId="be5a93cca971a115" providerId="LiveId" clId="{75589DA7-E6CE-42B2-9307-27A464A2C5F3}" dt="2025-03-15T09:47:48.659" v="536" actId="1076"/>
          <ac:picMkLst>
            <pc:docMk/>
            <pc:sldMk cId="2795921763" sldId="265"/>
            <ac:picMk id="6" creationId="{6E3C6B50-25BD-5B4E-239A-5BA3E79582C6}"/>
          </ac:picMkLst>
        </pc:picChg>
      </pc:sldChg>
      <pc:sldChg chg="modSp new mod">
        <pc:chgData name="Subitha K" userId="be5a93cca971a115" providerId="LiveId" clId="{75589DA7-E6CE-42B2-9307-27A464A2C5F3}" dt="2025-03-15T09:49:59.706" v="569" actId="14100"/>
        <pc:sldMkLst>
          <pc:docMk/>
          <pc:sldMk cId="1502651035" sldId="266"/>
        </pc:sldMkLst>
        <pc:spChg chg="mod">
          <ac:chgData name="Subitha K" userId="be5a93cca971a115" providerId="LiveId" clId="{75589DA7-E6CE-42B2-9307-27A464A2C5F3}" dt="2025-03-15T09:49:59.706" v="569" actId="14100"/>
          <ac:spMkLst>
            <pc:docMk/>
            <pc:sldMk cId="1502651035" sldId="266"/>
            <ac:spMk id="2" creationId="{16C7DBDF-5CAF-354C-5774-2605829DE14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AFD7-2118-1DDF-EA3E-1336161EF5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1C114D-92C0-86CB-F542-46FC38F796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54045C-293B-82E2-6576-D6EE242D8C6B}"/>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5" name="Footer Placeholder 4">
            <a:extLst>
              <a:ext uri="{FF2B5EF4-FFF2-40B4-BE49-F238E27FC236}">
                <a16:creationId xmlns:a16="http://schemas.microsoft.com/office/drawing/2014/main" id="{03CD81CA-BDF5-1A6D-C9B8-0B091B86FE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5F48EB-AB54-D0BE-1D5D-A10869CC755E}"/>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533572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167A7-11B0-AF4B-6009-A0A7BC56B3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461FA-6585-B340-FB63-25DDF281C3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6E0544-EB9C-11FF-8B27-BD4FAC6E42F5}"/>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5" name="Footer Placeholder 4">
            <a:extLst>
              <a:ext uri="{FF2B5EF4-FFF2-40B4-BE49-F238E27FC236}">
                <a16:creationId xmlns:a16="http://schemas.microsoft.com/office/drawing/2014/main" id="{5906036B-CFEE-FCFA-99A0-A226A12467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60E909-A9A8-20AA-3B3C-2C7E5CE5384C}"/>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625941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3000-CA0E-0305-3D08-DAAB3D7206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8B46FC-7287-B803-F0B7-16CCDC0EF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CD661-4C14-7DED-920F-19745EE79396}"/>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5" name="Footer Placeholder 4">
            <a:extLst>
              <a:ext uri="{FF2B5EF4-FFF2-40B4-BE49-F238E27FC236}">
                <a16:creationId xmlns:a16="http://schemas.microsoft.com/office/drawing/2014/main" id="{FA0A0B0F-EFF9-2574-C694-F57701E79A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121845-E308-782E-6C83-D6CAC1EFE95C}"/>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78361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2B9F-58CF-981D-2155-CF5617192D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2A58BB-D669-5E78-F123-43D674B009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963383-3BD5-2B03-125F-DC254AEA22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AAC057-F6B7-093A-9694-B1E1EAD043E6}"/>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6" name="Footer Placeholder 5">
            <a:extLst>
              <a:ext uri="{FF2B5EF4-FFF2-40B4-BE49-F238E27FC236}">
                <a16:creationId xmlns:a16="http://schemas.microsoft.com/office/drawing/2014/main" id="{A264CB4C-B311-DE1A-9E1D-A53DF0567D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C3AA1C-2B2C-C65B-16A0-81DCB073A47C}"/>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3913118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8E0D-EC8C-5D73-403E-B1E744248D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6C5BC2-8992-677B-C40B-B2AC94649D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6966CE-B49A-032A-536D-25C048AB52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F122FB-1D44-0472-67FE-F721E56379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D3FC1-1C26-2414-0B61-5F92E374B6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00C5A6-06A8-E61E-0A14-30AB8C295989}"/>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8" name="Footer Placeholder 7">
            <a:extLst>
              <a:ext uri="{FF2B5EF4-FFF2-40B4-BE49-F238E27FC236}">
                <a16:creationId xmlns:a16="http://schemas.microsoft.com/office/drawing/2014/main" id="{B801D82E-512A-C467-6392-360E1283F76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66104F-94B8-7F3D-654B-4CAA42BA6643}"/>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1677516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0CC4-C37F-F75C-86B1-E5F39CE889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D003D0-9668-1ABF-A7D2-6CA88099C802}"/>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4" name="Footer Placeholder 3">
            <a:extLst>
              <a:ext uri="{FF2B5EF4-FFF2-40B4-BE49-F238E27FC236}">
                <a16:creationId xmlns:a16="http://schemas.microsoft.com/office/drawing/2014/main" id="{3CEAB752-21F4-23A5-C82A-3AFF06B50C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48821E-059A-31FF-F5E3-09329B22F3D8}"/>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313912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0B634C-4D6A-58E5-AE3F-28D047E0ABB9}"/>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3" name="Footer Placeholder 2">
            <a:extLst>
              <a:ext uri="{FF2B5EF4-FFF2-40B4-BE49-F238E27FC236}">
                <a16:creationId xmlns:a16="http://schemas.microsoft.com/office/drawing/2014/main" id="{571F0AF3-45A1-DECB-4714-0E65168FA9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0F9379-1F68-F173-0508-2D4F69B4F1E0}"/>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2106518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29289-9DB6-5FAD-5E77-8FEE24A9D0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8EADDE-11F5-72E8-8BB4-810B8AC24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720B419-C5C4-6723-970A-1434DC4DF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8D3E04-EABD-16DC-1A3B-70D51EA81310}"/>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6" name="Footer Placeholder 5">
            <a:extLst>
              <a:ext uri="{FF2B5EF4-FFF2-40B4-BE49-F238E27FC236}">
                <a16:creationId xmlns:a16="http://schemas.microsoft.com/office/drawing/2014/main" id="{F2247B3A-CEE3-1E46-27BB-C88AA2727B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B7CE5F-AB84-AB52-4757-B1287FF6D3BF}"/>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1485242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B0B3E-E7CE-58F9-6464-54E1B3168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2A06F5-35EC-8612-48D9-66A9F93A6A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B3537C-ACFA-F887-9498-C3DC7A59BC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3F0D3E-4CAF-43C8-1115-E1E41B68A555}"/>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6" name="Footer Placeholder 5">
            <a:extLst>
              <a:ext uri="{FF2B5EF4-FFF2-40B4-BE49-F238E27FC236}">
                <a16:creationId xmlns:a16="http://schemas.microsoft.com/office/drawing/2014/main" id="{85D1C3AA-9D57-4853-29F1-18FFF5610E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3C5A3C-3FD5-EC12-F729-013140BF9730}"/>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93199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205D4-E12F-0888-18CE-E67B4026760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7F286D-48FA-F93B-295B-CEF54DB662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F029E9-53AC-DFBE-73BA-5E18C69DC4E5}"/>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5" name="Footer Placeholder 4">
            <a:extLst>
              <a:ext uri="{FF2B5EF4-FFF2-40B4-BE49-F238E27FC236}">
                <a16:creationId xmlns:a16="http://schemas.microsoft.com/office/drawing/2014/main" id="{8FEFC71E-ACA6-93F1-C3C7-2A67D2D317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889780-9D5C-D3F3-FB56-DE32BB2C9C2E}"/>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1713579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6D95DC-040F-F35A-BFE5-09ECE790F7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74F346-EF65-E931-1E8D-0778AE356A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A06373-AF47-F2C0-689E-3CEAF94D6841}"/>
              </a:ext>
            </a:extLst>
          </p:cNvPr>
          <p:cNvSpPr>
            <a:spLocks noGrp="1"/>
          </p:cNvSpPr>
          <p:nvPr>
            <p:ph type="dt" sz="half" idx="10"/>
          </p:nvPr>
        </p:nvSpPr>
        <p:spPr/>
        <p:txBody>
          <a:bodyPr/>
          <a:lstStyle/>
          <a:p>
            <a:fld id="{BCE0FBE7-EA47-46EC-A3DE-D415B3FD0E24}" type="datetimeFigureOut">
              <a:rPr lang="en-IN" smtClean="0"/>
              <a:t>15-03-2025</a:t>
            </a:fld>
            <a:endParaRPr lang="en-IN"/>
          </a:p>
        </p:txBody>
      </p:sp>
      <p:sp>
        <p:nvSpPr>
          <p:cNvPr id="5" name="Footer Placeholder 4">
            <a:extLst>
              <a:ext uri="{FF2B5EF4-FFF2-40B4-BE49-F238E27FC236}">
                <a16:creationId xmlns:a16="http://schemas.microsoft.com/office/drawing/2014/main" id="{A362301F-E2C3-07FE-BDB6-3D11324D34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2D7D36-BFA1-E8AE-6888-4848AFD302DC}"/>
              </a:ext>
            </a:extLst>
          </p:cNvPr>
          <p:cNvSpPr>
            <a:spLocks noGrp="1"/>
          </p:cNvSpPr>
          <p:nvPr>
            <p:ph type="sldNum" sz="quarter" idx="12"/>
          </p:nvPr>
        </p:nvSpPr>
        <p:spPr/>
        <p:txBody>
          <a:bodyPr/>
          <a:lstStyle/>
          <a:p>
            <a:fld id="{D3AA8E19-8474-4684-B7E9-E0BDEF6BCEA2}" type="slidenum">
              <a:rPr lang="en-IN" smtClean="0"/>
              <a:t>‹#›</a:t>
            </a:fld>
            <a:endParaRPr lang="en-IN"/>
          </a:p>
        </p:txBody>
      </p:sp>
    </p:spTree>
    <p:extLst>
      <p:ext uri="{BB962C8B-B14F-4D97-AF65-F5344CB8AC3E}">
        <p14:creationId xmlns:p14="http://schemas.microsoft.com/office/powerpoint/2010/main" val="1994439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18ACD9-BA3F-2DB6-58FC-2D76E944DF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F4A728-0B13-BC67-C45F-C9D4371701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9C751C-D486-B89E-70E7-9143E4764F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0FBE7-EA47-46EC-A3DE-D415B3FD0E24}" type="datetimeFigureOut">
              <a:rPr lang="en-IN" smtClean="0"/>
              <a:t>15-03-2025</a:t>
            </a:fld>
            <a:endParaRPr lang="en-IN"/>
          </a:p>
        </p:txBody>
      </p:sp>
      <p:sp>
        <p:nvSpPr>
          <p:cNvPr id="5" name="Footer Placeholder 4">
            <a:extLst>
              <a:ext uri="{FF2B5EF4-FFF2-40B4-BE49-F238E27FC236}">
                <a16:creationId xmlns:a16="http://schemas.microsoft.com/office/drawing/2014/main" id="{896D0E63-3323-B659-A9F1-C715B1E9F6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D48C4A-AA2E-E57D-94AD-331515E267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A8E19-8474-4684-B7E9-E0BDEF6BCEA2}" type="slidenum">
              <a:rPr lang="en-IN" smtClean="0"/>
              <a:t>‹#›</a:t>
            </a:fld>
            <a:endParaRPr lang="en-IN"/>
          </a:p>
        </p:txBody>
      </p:sp>
    </p:spTree>
    <p:extLst>
      <p:ext uri="{BB962C8B-B14F-4D97-AF65-F5344CB8AC3E}">
        <p14:creationId xmlns:p14="http://schemas.microsoft.com/office/powerpoint/2010/main" val="1476172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78DB6-3E8D-9DBD-434D-EC4055A54F35}"/>
              </a:ext>
            </a:extLst>
          </p:cNvPr>
          <p:cNvSpPr>
            <a:spLocks noGrp="1"/>
          </p:cNvSpPr>
          <p:nvPr>
            <p:ph type="ctrTitle"/>
          </p:nvPr>
        </p:nvSpPr>
        <p:spPr>
          <a:xfrm>
            <a:off x="1524000" y="2123767"/>
            <a:ext cx="9144000" cy="1386195"/>
          </a:xfrm>
        </p:spPr>
        <p:txBody>
          <a:bodyPr/>
          <a:lstStyle/>
          <a:p>
            <a:r>
              <a:rPr lang="en-US" b="1" dirty="0">
                <a:latin typeface="Times New Roman" panose="02020603050405020304" pitchFamily="18" charset="0"/>
                <a:cs typeface="Times New Roman" panose="02020603050405020304" pitchFamily="18" charset="0"/>
              </a:rPr>
              <a:t>MEDSBY BIOMECHX</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54E05C7-1528-0EFF-9789-998DAAAA87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75" y="121931"/>
            <a:ext cx="2045109" cy="852129"/>
          </a:xfrm>
          <a:prstGeom prst="rect">
            <a:avLst/>
          </a:prstGeom>
        </p:spPr>
      </p:pic>
    </p:spTree>
    <p:extLst>
      <p:ext uri="{BB962C8B-B14F-4D97-AF65-F5344CB8AC3E}">
        <p14:creationId xmlns:p14="http://schemas.microsoft.com/office/powerpoint/2010/main" val="155492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BBC74-91D0-F7EA-B060-2E59FF65886B}"/>
              </a:ext>
            </a:extLst>
          </p:cNvPr>
          <p:cNvSpPr>
            <a:spLocks noGrp="1"/>
          </p:cNvSpPr>
          <p:nvPr>
            <p:ph idx="1"/>
          </p:nvPr>
        </p:nvSpPr>
        <p:spPr>
          <a:xfrm>
            <a:off x="838200" y="1612492"/>
            <a:ext cx="10515600" cy="5034114"/>
          </a:xfrm>
        </p:spPr>
        <p:txBody>
          <a:bodyPr>
            <a:normAutofit/>
          </a:bodyPr>
          <a:lstStyle/>
          <a:p>
            <a:r>
              <a:rPr lang="en-US" sz="2000" dirty="0">
                <a:latin typeface="Times New Roman" panose="02020603050405020304" pitchFamily="18" charset="0"/>
                <a:cs typeface="Times New Roman" panose="02020603050405020304" pitchFamily="18" charset="0"/>
              </a:rPr>
              <a:t>This product provides a webapp with a live line chart visualizing force over time. </a:t>
            </a:r>
          </a:p>
          <a:p>
            <a:r>
              <a:rPr lang="en-US" sz="2000" dirty="0">
                <a:latin typeface="Times New Roman" panose="02020603050405020304" pitchFamily="18" charset="0"/>
                <a:cs typeface="Times New Roman" panose="02020603050405020304" pitchFamily="18" charset="0"/>
              </a:rPr>
              <a:t>There are buttons on the webpage. You can click 'Start Recording' to save the data. When you click 'Start Recording', the 'Stop Recording' button enables. You can then click 'Stop Recording' to stop saving the data. After you stop, the 'Stop Recording' button disables.</a:t>
            </a:r>
          </a:p>
          <a:p>
            <a:r>
              <a:rPr lang="en-US" sz="2000" dirty="0">
                <a:latin typeface="Times New Roman" panose="02020603050405020304" pitchFamily="18" charset="0"/>
                <a:cs typeface="Times New Roman" panose="02020603050405020304" pitchFamily="18" charset="0"/>
              </a:rPr>
              <a:t>You can also click 'Save as CSV' to download the data as a file. Or, you can click 'Save as JPG' to download a picture of the chart.</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SOFTWARE REQUIRED:</a:t>
            </a:r>
          </a:p>
          <a:p>
            <a:pPr marL="342900" lvl="0" indent="-342900">
              <a:lnSpc>
                <a:spcPct val="115000"/>
              </a:lnSpc>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Arduino IDE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Web Browser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LittleFS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Plugin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800"/>
              </a:spcAft>
              <a:buFont typeface="Symbol" panose="05050102010706020507" pitchFamily="18" charset="2"/>
              <a:buChar char=""/>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ESP8266 Board Support Package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1D1F8D4F-AD3A-C678-528A-31D358726570}"/>
              </a:ext>
            </a:extLst>
          </p:cNvPr>
          <p:cNvSpPr>
            <a:spLocks noGrp="1"/>
          </p:cNvSpPr>
          <p:nvPr>
            <p:ph type="title"/>
          </p:nvPr>
        </p:nvSpPr>
        <p:spPr>
          <a:xfrm>
            <a:off x="749710" y="876403"/>
            <a:ext cx="10515600" cy="736088"/>
          </a:xfrm>
        </p:spPr>
        <p:txBody>
          <a:bodyPr>
            <a:noAutofit/>
          </a:bodyPr>
          <a:lstStyle/>
          <a:p>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INTRODUCTION</a:t>
            </a:r>
            <a:endParaRPr lang="en-IN" sz="2000" dirty="0"/>
          </a:p>
        </p:txBody>
      </p:sp>
    </p:spTree>
    <p:extLst>
      <p:ext uri="{BB962C8B-B14F-4D97-AF65-F5344CB8AC3E}">
        <p14:creationId xmlns:p14="http://schemas.microsoft.com/office/powerpoint/2010/main" val="1389331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9CD0B-3FE5-45B2-985A-473A741C78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33D497-C74D-3D1E-E9E1-9F6AFD0915C5}"/>
              </a:ext>
            </a:extLst>
          </p:cNvPr>
          <p:cNvSpPr>
            <a:spLocks noGrp="1"/>
          </p:cNvSpPr>
          <p:nvPr>
            <p:ph idx="1"/>
          </p:nvPr>
        </p:nvSpPr>
        <p:spPr>
          <a:xfrm>
            <a:off x="838200" y="1130710"/>
            <a:ext cx="10515600" cy="5270091"/>
          </a:xfrm>
        </p:spPr>
        <p:txBody>
          <a:bodyPr>
            <a:normAutofit/>
          </a:bodyPr>
          <a:lstStyle/>
          <a:p>
            <a:r>
              <a:rPr lang="en-IN" sz="1800" dirty="0">
                <a:effectLst/>
                <a:latin typeface="Times New Roman" panose="02020603050405020304" pitchFamily="18" charset="0"/>
                <a:ea typeface="Calibri" panose="020F0502020204030204" pitchFamily="34" charset="0"/>
              </a:rPr>
              <a:t>Download and install the Arduino IDE.</a:t>
            </a:r>
          </a:p>
          <a:p>
            <a:r>
              <a:rPr lang="en-US" sz="1800" dirty="0">
                <a:latin typeface="Times New Roman" panose="02020603050405020304" pitchFamily="18" charset="0"/>
                <a:cs typeface="Times New Roman" panose="02020603050405020304" pitchFamily="18" charset="0"/>
              </a:rPr>
              <a:t>Enables the Arduino IDE to program the ESP8266 microcontroller using Board Manager.</a:t>
            </a:r>
          </a:p>
          <a:p>
            <a:r>
              <a:rPr lang="en-US" sz="1800" dirty="0">
                <a:latin typeface="Times New Roman" panose="02020603050405020304" pitchFamily="18" charset="0"/>
                <a:cs typeface="Times New Roman" panose="02020603050405020304" pitchFamily="18" charset="0"/>
              </a:rPr>
              <a:t>Transfers webpage files to the ESP8266's file system using </a:t>
            </a:r>
            <a:r>
              <a:rPr lang="en-US" sz="1800" dirty="0" err="1">
                <a:latin typeface="Times New Roman" panose="02020603050405020304" pitchFamily="18" charset="0"/>
                <a:cs typeface="Times New Roman" panose="02020603050405020304" pitchFamily="18" charset="0"/>
              </a:rPr>
              <a:t>LittleFS</a:t>
            </a:r>
            <a:r>
              <a:rPr lang="en-US" sz="1800" dirty="0">
                <a:latin typeface="Times New Roman" panose="02020603050405020304" pitchFamily="18" charset="0"/>
                <a:cs typeface="Times New Roman" panose="02020603050405020304" pitchFamily="18" charset="0"/>
              </a:rPr>
              <a:t> Plugin.</a:t>
            </a:r>
          </a:p>
          <a:p>
            <a:r>
              <a:rPr lang="en-US" sz="1800" dirty="0">
                <a:latin typeface="Times New Roman" panose="02020603050405020304" pitchFamily="18" charset="0"/>
                <a:cs typeface="Times New Roman" panose="02020603050405020304" pitchFamily="18" charset="0"/>
              </a:rPr>
              <a:t>Views the webpage and graph using web browser.</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CODE </a:t>
            </a:r>
            <a:r>
              <a:rPr lang="en-US" sz="1800" b="1" dirty="0">
                <a:effectLst/>
                <a:latin typeface="Times New Roman" panose="02020603050405020304" pitchFamily="18" charset="0"/>
                <a:ea typeface="Calibri" panose="020F0502020204030204" pitchFamily="34" charset="0"/>
              </a:rPr>
              <a:t>EXPLANATION</a:t>
            </a:r>
            <a:r>
              <a:rPr lang="en-US" sz="1800" b="1" dirty="0">
                <a:latin typeface="Times New Roman" panose="02020603050405020304" pitchFamily="18" charset="0"/>
                <a:cs typeface="Times New Roman" panose="02020603050405020304" pitchFamily="18" charset="0"/>
              </a:rPr>
              <a:t>:</a:t>
            </a:r>
          </a:p>
          <a:p>
            <a:pPr>
              <a:lnSpc>
                <a:spcPct val="115000"/>
              </a:lnSpc>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Include Libraries: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&lt;ESP8266WiFi.h&gt;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&lt;ESP8266WebServer.h&gt;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LittleFS.h</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#include &lt;</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DNSServer.h</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&gt;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1D4AF01B-09E7-24F1-FA79-DCB49B721EE3}"/>
              </a:ext>
            </a:extLst>
          </p:cNvPr>
          <p:cNvSpPr>
            <a:spLocks noGrp="1"/>
          </p:cNvSpPr>
          <p:nvPr>
            <p:ph type="title"/>
          </p:nvPr>
        </p:nvSpPr>
        <p:spPr>
          <a:xfrm>
            <a:off x="749710" y="589935"/>
            <a:ext cx="10515600" cy="678426"/>
          </a:xfrm>
        </p:spPr>
        <p:txBody>
          <a:bodyPr>
            <a:noAutofit/>
          </a:bodyPr>
          <a:lstStyle/>
          <a:p>
            <a:r>
              <a:rPr lang="en-US" sz="2000" b="1" dirty="0">
                <a:effectLst/>
                <a:latin typeface="Times New Roman" panose="02020603050405020304" pitchFamily="18" charset="0"/>
                <a:ea typeface="Calibri" panose="020F0502020204030204" pitchFamily="34" charset="0"/>
              </a:rPr>
              <a:t>SOFTWARE SETUP:</a:t>
            </a:r>
            <a:endParaRPr lang="en-IN" sz="2000" dirty="0"/>
          </a:p>
        </p:txBody>
      </p:sp>
    </p:spTree>
    <p:extLst>
      <p:ext uri="{BB962C8B-B14F-4D97-AF65-F5344CB8AC3E}">
        <p14:creationId xmlns:p14="http://schemas.microsoft.com/office/powerpoint/2010/main" val="375261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9F845-006F-3539-CC2B-7FFEF58E64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FF9127-B455-84A9-8D3D-C532B5AD5941}"/>
              </a:ext>
            </a:extLst>
          </p:cNvPr>
          <p:cNvSpPr>
            <a:spLocks noGrp="1"/>
          </p:cNvSpPr>
          <p:nvPr>
            <p:ph idx="1"/>
          </p:nvPr>
        </p:nvSpPr>
        <p:spPr>
          <a:xfrm>
            <a:off x="570271" y="491613"/>
            <a:ext cx="10783529" cy="5909188"/>
          </a:xfrm>
        </p:spPr>
        <p:txBody>
          <a:bodyPr>
            <a:noAutofit/>
          </a:bodyPr>
          <a:lstStyle/>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Global Constants: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Wi-Fi credentials and the local domain name are defined.</a:t>
            </a: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const char*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ssid</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Medsby-BiomechX</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const char* password = "12345678";</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const char*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domainName</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biomechx.local</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Global Objects: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Web server and DNS server objects are created. </a:t>
            </a:r>
          </a:p>
          <a:p>
            <a:pPr>
              <a:lnSpc>
                <a:spcPct val="115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ESP8266WebServer server(80);</a:t>
            </a:r>
          </a:p>
          <a:p>
            <a:pPr marL="0" indent="0">
              <a:lnSpc>
                <a:spcPct val="115000"/>
              </a:lnSpc>
              <a:spcAft>
                <a:spcPts val="800"/>
              </a:spcAft>
              <a:buNone/>
            </a:pP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DNSServer</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dnsServer</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lnSpc>
                <a:spcPct val="115000"/>
              </a:lnSpc>
              <a:spcAft>
                <a:spcPts val="800"/>
              </a:spcAft>
              <a:buNone/>
            </a:pPr>
            <a:endParaRPr lang="en-IN" sz="16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Global Variables: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Variables for weight (kg) and CSV recording status are declared.</a:t>
            </a:r>
          </a:p>
          <a:p>
            <a:pPr>
              <a:lnSpc>
                <a:spcPct val="115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float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weightKg</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 0.0;</a:t>
            </a:r>
          </a:p>
          <a:p>
            <a:pPr marL="0" indent="0">
              <a:lnSpc>
                <a:spcPct val="115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bool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csvRecording</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 false;</a:t>
            </a:r>
          </a:p>
          <a:p>
            <a:pPr marL="0" indent="0">
              <a:lnSpc>
                <a:spcPct val="115000"/>
              </a:lnSpc>
              <a:spcAft>
                <a:spcPts val="800"/>
              </a:spcAft>
              <a:buNone/>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260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F72B5-B320-7D80-1F28-4CBD9DC134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B5555-D142-6B4B-609B-C8D4ED32EFDC}"/>
              </a:ext>
            </a:extLst>
          </p:cNvPr>
          <p:cNvSpPr>
            <a:spLocks noGrp="1"/>
          </p:cNvSpPr>
          <p:nvPr>
            <p:ph idx="1"/>
          </p:nvPr>
        </p:nvSpPr>
        <p:spPr>
          <a:xfrm>
            <a:off x="265471" y="157316"/>
            <a:ext cx="11088329" cy="6558115"/>
          </a:xfrm>
        </p:spPr>
        <p:txBody>
          <a:bodyPr>
            <a:noAutofit/>
          </a:bodyPr>
          <a:lstStyle/>
          <a:p>
            <a:pPr>
              <a:lnSpc>
                <a:spcPct val="110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Serial Initialization: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spcAft>
                <a:spcPts val="800"/>
              </a:spcAft>
              <a:buNone/>
            </a:pP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Serial.begin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(9600);</a:t>
            </a:r>
            <a:endParaRPr lang="en-IN" sz="16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0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Wi-Fi AP Setup:</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WiFi.mode</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(WIFI_AP);</a:t>
            </a:r>
          </a:p>
          <a:p>
            <a:pPr marL="0" indent="0">
              <a:lnSpc>
                <a:spcPct val="110000"/>
              </a:lnSpc>
              <a:spcAft>
                <a:spcPts val="800"/>
              </a:spcAft>
              <a:buNone/>
            </a:pPr>
            <a:r>
              <a:rPr lang="en-IN" sz="16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WiFi.softAP</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ssid</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password);</a:t>
            </a:r>
          </a:p>
          <a:p>
            <a:pPr>
              <a:lnSpc>
                <a:spcPct val="110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DNS Server Start:</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dnsServer.start</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(53,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domainName</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WiFi.softAPIP</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a:lnSpc>
                <a:spcPct val="110000"/>
              </a:lnSpc>
              <a:spcAft>
                <a:spcPts val="800"/>
              </a:spcAft>
            </a:pPr>
            <a:r>
              <a:rPr lang="en-IN" sz="1600" b="1" kern="100" dirty="0" err="1">
                <a:effectLst/>
                <a:latin typeface="Times New Roman" panose="02020603050405020304" pitchFamily="18" charset="0"/>
                <a:ea typeface="Calibri" panose="020F0502020204030204" pitchFamily="34" charset="0"/>
                <a:cs typeface="Times New Roman" panose="02020603050405020304" pitchFamily="18" charset="0"/>
              </a:rPr>
              <a:t>LittleFS</a:t>
            </a: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 Initialization: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if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LittleFS.begin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10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Serial.println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LittleFS</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mount failed!");</a:t>
            </a:r>
          </a:p>
          <a:p>
            <a:pPr marL="0" indent="0">
              <a:lnSpc>
                <a:spcPct val="110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return;</a:t>
            </a:r>
          </a:p>
          <a:p>
            <a:pPr marL="0" indent="0">
              <a:lnSpc>
                <a:spcPct val="110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Define server routes for different URLs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endParaRPr lang="en-IN" sz="1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738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222D-8DDD-8298-74E7-6DEDD78F12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0D07D-2A22-5FAD-C394-39CC4306C460}"/>
              </a:ext>
            </a:extLst>
          </p:cNvPr>
          <p:cNvSpPr>
            <a:spLocks noGrp="1"/>
          </p:cNvSpPr>
          <p:nvPr>
            <p:ph idx="1"/>
          </p:nvPr>
        </p:nvSpPr>
        <p:spPr>
          <a:xfrm>
            <a:off x="570271" y="491613"/>
            <a:ext cx="10783529" cy="5909188"/>
          </a:xfrm>
        </p:spPr>
        <p:txBody>
          <a:bodyPr>
            <a:normAutofit/>
          </a:bodyPr>
          <a:lstStyle/>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404 handler for undefined routes is set: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server.onNotFound</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15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server.send</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(404, "text/plain", "Not Found");</a:t>
            </a:r>
          </a:p>
          <a:p>
            <a:pPr>
              <a:lnSpc>
                <a:spcPct val="115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Web Server Start: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server.begin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DNS Request Handling:</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dnsServer.processNextRequest</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a:lnSpc>
                <a:spcPct val="115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Serial Data Processing: </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The weight data received as string and converted to float.</a:t>
            </a:r>
          </a:p>
          <a:p>
            <a:pPr>
              <a:lnSpc>
                <a:spcPct val="115000"/>
              </a:lnSpc>
              <a:spcAft>
                <a:spcPts val="800"/>
              </a:spcAft>
            </a:pPr>
            <a:r>
              <a:rPr lang="en-US" sz="1600" b="1" kern="100" dirty="0">
                <a:effectLst/>
                <a:latin typeface="Times New Roman" panose="02020603050405020304" pitchFamily="18" charset="0"/>
                <a:ea typeface="Calibri" panose="020F0502020204030204" pitchFamily="34" charset="0"/>
                <a:cs typeface="Times New Roman" panose="02020603050405020304" pitchFamily="18" charset="0"/>
              </a:rPr>
              <a:t>Web Server Client Request Handling:</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server.handleClient</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400" dirty="0"/>
          </a:p>
        </p:txBody>
      </p:sp>
    </p:spTree>
    <p:extLst>
      <p:ext uri="{BB962C8B-B14F-4D97-AF65-F5344CB8AC3E}">
        <p14:creationId xmlns:p14="http://schemas.microsoft.com/office/powerpoint/2010/main" val="3379229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E373B-9B19-3393-351F-441266FEA6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D6F30-757B-305D-C114-164B1B7D28F3}"/>
              </a:ext>
            </a:extLst>
          </p:cNvPr>
          <p:cNvSpPr>
            <a:spLocks noGrp="1"/>
          </p:cNvSpPr>
          <p:nvPr>
            <p:ph idx="1"/>
          </p:nvPr>
        </p:nvSpPr>
        <p:spPr>
          <a:xfrm>
            <a:off x="570271" y="491613"/>
            <a:ext cx="10783529" cy="5909188"/>
          </a:xfrm>
        </p:spPr>
        <p:txBody>
          <a:bodyPr>
            <a:normAutofit/>
          </a:bodyPr>
          <a:lstStyle/>
          <a:p>
            <a:pPr>
              <a:lnSpc>
                <a:spcPct val="115000"/>
              </a:lnSpc>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Set the CSV recording flag and sends a start message: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void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handleStart</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csvRecording</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 true;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server.send</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(200, "text/plain", "CSV recording started");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Clear the CSV recording flag and sends a stop message: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void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handleStop</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csvRecording</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 false;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server.send</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(200, "text/plain", "CSV recording stopped");</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800"/>
              </a:spcAft>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931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4CF3-47B7-3252-2851-8106124084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F8A3E9-F93B-B30F-D80B-F229A87D864C}"/>
              </a:ext>
            </a:extLst>
          </p:cNvPr>
          <p:cNvSpPr>
            <a:spLocks noGrp="1"/>
          </p:cNvSpPr>
          <p:nvPr>
            <p:ph idx="1"/>
          </p:nvPr>
        </p:nvSpPr>
        <p:spPr>
          <a:xfrm>
            <a:off x="570271" y="245806"/>
            <a:ext cx="10783529" cy="6253317"/>
          </a:xfrm>
        </p:spPr>
        <p:txBody>
          <a:bodyPr>
            <a:noAutofit/>
          </a:bodyPr>
          <a:lstStyle/>
          <a:p>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Generates the HTML web page with embedded JavaScript for the chart and data handling:</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void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handleRoot</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buNone/>
            </a:pPr>
            <a:r>
              <a:rPr lang="en-US" sz="16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kern="100" dirty="0" err="1">
                <a:effectLst/>
                <a:latin typeface="Times New Roman" panose="02020603050405020304" pitchFamily="18" charset="0"/>
                <a:ea typeface="Calibri" panose="020F0502020204030204" pitchFamily="34" charset="0"/>
                <a:cs typeface="Times New Roman" panose="02020603050405020304" pitchFamily="18" charset="0"/>
              </a:rPr>
              <a:t>server.send</a:t>
            </a: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(200, "text/html", page);</a:t>
            </a:r>
            <a:endParaRPr lang="en-US" sz="1600"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Sends the weight data as a JSON response:</a:t>
            </a:r>
          </a:p>
          <a:p>
            <a:pPr marL="0" indent="0">
              <a:buNone/>
            </a:pPr>
            <a:r>
              <a:rPr lang="en-IN" sz="1600" dirty="0">
                <a:latin typeface="Times New Roman" panose="02020603050405020304" pitchFamily="18" charset="0"/>
                <a:cs typeface="Times New Roman" panose="02020603050405020304" pitchFamily="18" charset="0"/>
              </a:rPr>
              <a:t>void </a:t>
            </a:r>
            <a:r>
              <a:rPr lang="en-IN" sz="1600" dirty="0" err="1">
                <a:latin typeface="Times New Roman" panose="02020603050405020304" pitchFamily="18" charset="0"/>
                <a:cs typeface="Times New Roman" panose="02020603050405020304" pitchFamily="18" charset="0"/>
              </a:rPr>
              <a:t>handleData</a:t>
            </a:r>
            <a:r>
              <a:rPr lang="en-IN" sz="1600" dirty="0">
                <a:latin typeface="Times New Roman" panose="02020603050405020304" pitchFamily="18" charset="0"/>
                <a:cs typeface="Times New Roman" panose="02020603050405020304" pitchFamily="18" charset="0"/>
              </a:rPr>
              <a:t>() {</a:t>
            </a:r>
          </a:p>
          <a:p>
            <a:pPr marL="0" indent="0">
              <a:buNone/>
            </a:pPr>
            <a:r>
              <a:rPr lang="en-IN" sz="1600" dirty="0">
                <a:latin typeface="Times New Roman" panose="02020603050405020304" pitchFamily="18" charset="0"/>
                <a:cs typeface="Times New Roman" panose="02020603050405020304" pitchFamily="18" charset="0"/>
              </a:rPr>
              <a:t>  float </a:t>
            </a:r>
            <a:r>
              <a:rPr lang="en-IN" sz="1600" dirty="0" err="1">
                <a:latin typeface="Times New Roman" panose="02020603050405020304" pitchFamily="18" charset="0"/>
                <a:cs typeface="Times New Roman" panose="02020603050405020304" pitchFamily="18" charset="0"/>
              </a:rPr>
              <a:t>weightNewton</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weightKg</a:t>
            </a:r>
            <a:r>
              <a:rPr lang="en-IN" sz="1600" dirty="0">
                <a:latin typeface="Times New Roman" panose="02020603050405020304" pitchFamily="18" charset="0"/>
                <a:cs typeface="Times New Roman" panose="02020603050405020304" pitchFamily="18" charset="0"/>
              </a:rPr>
              <a:t> * 9.81;</a:t>
            </a:r>
          </a:p>
          <a:p>
            <a:pPr marL="0" indent="0">
              <a:buNone/>
            </a:pPr>
            <a:r>
              <a:rPr lang="en-IN" sz="1600" dirty="0">
                <a:latin typeface="Times New Roman" panose="02020603050405020304" pitchFamily="18" charset="0"/>
                <a:cs typeface="Times New Roman" panose="02020603050405020304" pitchFamily="18" charset="0"/>
              </a:rPr>
              <a:t>  String </a:t>
            </a:r>
            <a:r>
              <a:rPr lang="en-IN" sz="1600" dirty="0" err="1">
                <a:latin typeface="Times New Roman" panose="02020603050405020304" pitchFamily="18" charset="0"/>
                <a:cs typeface="Times New Roman" panose="02020603050405020304" pitchFamily="18" charset="0"/>
              </a:rPr>
              <a:t>json</a:t>
            </a:r>
            <a:r>
              <a:rPr lang="en-IN" sz="1600" dirty="0">
                <a:latin typeface="Times New Roman" panose="02020603050405020304" pitchFamily="18" charset="0"/>
                <a:cs typeface="Times New Roman" panose="02020603050405020304" pitchFamily="18" charset="0"/>
              </a:rPr>
              <a:t> = "{ \"value\": " + String(</a:t>
            </a:r>
            <a:r>
              <a:rPr lang="en-IN" sz="1600" dirty="0" err="1">
                <a:latin typeface="Times New Roman" panose="02020603050405020304" pitchFamily="18" charset="0"/>
                <a:cs typeface="Times New Roman" panose="02020603050405020304" pitchFamily="18" charset="0"/>
              </a:rPr>
              <a:t>weightNewton</a:t>
            </a:r>
            <a:r>
              <a:rPr lang="en-IN" sz="1600" dirty="0">
                <a:latin typeface="Times New Roman" panose="02020603050405020304" pitchFamily="18" charset="0"/>
                <a:cs typeface="Times New Roman" panose="02020603050405020304" pitchFamily="18" charset="0"/>
              </a:rPr>
              <a:t>, 2) + " }";</a:t>
            </a: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server.send</a:t>
            </a:r>
            <a:r>
              <a:rPr lang="en-IN" sz="1600" dirty="0">
                <a:latin typeface="Times New Roman" panose="02020603050405020304" pitchFamily="18" charset="0"/>
                <a:cs typeface="Times New Roman" panose="02020603050405020304" pitchFamily="18" charset="0"/>
              </a:rPr>
              <a:t>(200, "application/</a:t>
            </a:r>
            <a:r>
              <a:rPr lang="en-IN" sz="1600" dirty="0" err="1">
                <a:latin typeface="Times New Roman" panose="02020603050405020304" pitchFamily="18" charset="0"/>
                <a:cs typeface="Times New Roman" panose="02020603050405020304" pitchFamily="18" charset="0"/>
              </a:rPr>
              <a:t>json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json</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Serves static files from the </a:t>
            </a:r>
            <a:r>
              <a:rPr lang="en-US" sz="1600" b="1" dirty="0" err="1">
                <a:latin typeface="Times New Roman" panose="02020603050405020304" pitchFamily="18" charset="0"/>
                <a:cs typeface="Times New Roman" panose="02020603050405020304" pitchFamily="18" charset="0"/>
              </a:rPr>
              <a:t>LittleFS</a:t>
            </a:r>
            <a:r>
              <a:rPr lang="en-US" sz="1600" b="1" dirty="0">
                <a:latin typeface="Times New Roman" panose="02020603050405020304" pitchFamily="18" charset="0"/>
                <a:cs typeface="Times New Roman" panose="02020603050405020304" pitchFamily="18" charset="0"/>
              </a:rPr>
              <a:t> file system:</a:t>
            </a:r>
          </a:p>
          <a:p>
            <a:pPr marL="0" indent="0">
              <a:buNone/>
            </a:pPr>
            <a:r>
              <a:rPr lang="en-IN" sz="1600" dirty="0">
                <a:latin typeface="Times New Roman" panose="02020603050405020304" pitchFamily="18" charset="0"/>
                <a:cs typeface="Times New Roman" panose="02020603050405020304" pitchFamily="18" charset="0"/>
              </a:rPr>
              <a:t>void </a:t>
            </a:r>
            <a:r>
              <a:rPr lang="en-IN" sz="1600" dirty="0" err="1">
                <a:latin typeface="Times New Roman" panose="02020603050405020304" pitchFamily="18" charset="0"/>
                <a:cs typeface="Times New Roman" panose="02020603050405020304" pitchFamily="18" charset="0"/>
              </a:rPr>
              <a:t>handleFileRead</a:t>
            </a:r>
            <a:r>
              <a:rPr lang="en-IN" sz="1600" dirty="0">
                <a:latin typeface="Times New Roman" panose="02020603050405020304" pitchFamily="18" charset="0"/>
                <a:cs typeface="Times New Roman" panose="02020603050405020304" pitchFamily="18" charset="0"/>
              </a:rPr>
              <a:t>(String path) {</a:t>
            </a:r>
          </a:p>
          <a:p>
            <a:pPr marL="0" indent="0">
              <a:buNone/>
            </a:pPr>
            <a:r>
              <a:rPr lang="en-IN" sz="1600" dirty="0">
                <a:latin typeface="Times New Roman" panose="02020603050405020304" pitchFamily="18" charset="0"/>
                <a:cs typeface="Times New Roman" panose="02020603050405020304" pitchFamily="18" charset="0"/>
              </a:rPr>
              <a:t>  String </a:t>
            </a:r>
            <a:r>
              <a:rPr lang="en-IN" sz="1600" dirty="0" err="1">
                <a:latin typeface="Times New Roman" panose="02020603050405020304" pitchFamily="18" charset="0"/>
                <a:cs typeface="Times New Roman" panose="02020603050405020304" pitchFamily="18" charset="0"/>
              </a:rPr>
              <a:t>contentType</a:t>
            </a:r>
            <a:r>
              <a:rPr lang="en-IN" sz="1600" dirty="0">
                <a:latin typeface="Times New Roman" panose="02020603050405020304" pitchFamily="18" charset="0"/>
                <a:cs typeface="Times New Roman" panose="02020603050405020304" pitchFamily="18" charset="0"/>
              </a:rPr>
              <a:t> = "text/</a:t>
            </a:r>
            <a:r>
              <a:rPr lang="en-IN" sz="1600" dirty="0" err="1">
                <a:latin typeface="Times New Roman" panose="02020603050405020304" pitchFamily="18" charset="0"/>
                <a:cs typeface="Times New Roman" panose="02020603050405020304" pitchFamily="18" charset="0"/>
              </a:rPr>
              <a:t>javascript</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if (</a:t>
            </a:r>
            <a:r>
              <a:rPr lang="en-IN" sz="1600" dirty="0" err="1">
                <a:latin typeface="Times New Roman" panose="02020603050405020304" pitchFamily="18" charset="0"/>
                <a:cs typeface="Times New Roman" panose="02020603050405020304" pitchFamily="18" charset="0"/>
              </a:rPr>
              <a:t>path.endsWith</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png</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contentType</a:t>
            </a:r>
            <a:r>
              <a:rPr lang="en-IN" sz="1600" dirty="0">
                <a:latin typeface="Times New Roman" panose="02020603050405020304" pitchFamily="18" charset="0"/>
                <a:cs typeface="Times New Roman" panose="02020603050405020304" pitchFamily="18" charset="0"/>
              </a:rPr>
              <a:t> = "image/</a:t>
            </a:r>
            <a:r>
              <a:rPr lang="en-IN" sz="1600" dirty="0" err="1">
                <a:latin typeface="Times New Roman" panose="02020603050405020304" pitchFamily="18" charset="0"/>
                <a:cs typeface="Times New Roman" panose="02020603050405020304" pitchFamily="18" charset="0"/>
              </a:rPr>
              <a:t>png</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else if (</a:t>
            </a:r>
            <a:r>
              <a:rPr lang="en-IN" sz="1600" dirty="0" err="1">
                <a:latin typeface="Times New Roman" panose="02020603050405020304" pitchFamily="18" charset="0"/>
                <a:cs typeface="Times New Roman" panose="02020603050405020304" pitchFamily="18" charset="0"/>
              </a:rPr>
              <a:t>path.endsWith</a:t>
            </a:r>
            <a:r>
              <a:rPr lang="en-IN" sz="1600" dirty="0">
                <a:latin typeface="Times New Roman" panose="02020603050405020304" pitchFamily="18" charset="0"/>
                <a:cs typeface="Times New Roman" panose="02020603050405020304" pitchFamily="18" charset="0"/>
              </a:rPr>
              <a:t>(".jpg")) </a:t>
            </a:r>
            <a:r>
              <a:rPr lang="en-IN" sz="1600" dirty="0" err="1">
                <a:latin typeface="Times New Roman" panose="02020603050405020304" pitchFamily="18" charset="0"/>
                <a:cs typeface="Times New Roman" panose="02020603050405020304" pitchFamily="18" charset="0"/>
              </a:rPr>
              <a:t>contentType</a:t>
            </a:r>
            <a:r>
              <a:rPr lang="en-IN" sz="1600" dirty="0">
                <a:latin typeface="Times New Roman" panose="02020603050405020304" pitchFamily="18" charset="0"/>
                <a:cs typeface="Times New Roman" panose="02020603050405020304" pitchFamily="18" charset="0"/>
              </a:rPr>
              <a:t> = "image/jpg";</a:t>
            </a: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99069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9F6F-9F9E-F60F-AE2B-4051F9A1B6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AB841-05C7-E2F1-81C8-913BB83B1946}"/>
              </a:ext>
            </a:extLst>
          </p:cNvPr>
          <p:cNvSpPr>
            <a:spLocks noGrp="1"/>
          </p:cNvSpPr>
          <p:nvPr>
            <p:ph idx="1"/>
          </p:nvPr>
        </p:nvSpPr>
        <p:spPr>
          <a:xfrm>
            <a:off x="570271" y="491613"/>
            <a:ext cx="10783529" cy="5909188"/>
          </a:xfrm>
        </p:spPr>
        <p:txBody>
          <a:bodyPr>
            <a:normAutofit/>
          </a:bodyPr>
          <a:lstStyle/>
          <a:p>
            <a:pPr marL="0" indent="0">
              <a:buNone/>
            </a:pPr>
            <a:r>
              <a:rPr lang="en-IN" sz="1600" dirty="0">
                <a:latin typeface="Times New Roman" panose="02020603050405020304" pitchFamily="18" charset="0"/>
                <a:cs typeface="Times New Roman" panose="02020603050405020304" pitchFamily="18" charset="0"/>
              </a:rPr>
              <a:t>if (!</a:t>
            </a:r>
            <a:r>
              <a:rPr lang="en-IN" sz="1600" dirty="0" err="1">
                <a:latin typeface="Times New Roman" panose="02020603050405020304" pitchFamily="18" charset="0"/>
                <a:cs typeface="Times New Roman" panose="02020603050405020304" pitchFamily="18" charset="0"/>
              </a:rPr>
              <a:t>LittleFS.exists</a:t>
            </a:r>
            <a:r>
              <a:rPr lang="en-IN" sz="1600" dirty="0">
                <a:latin typeface="Times New Roman" panose="02020603050405020304" pitchFamily="18" charset="0"/>
                <a:cs typeface="Times New Roman" panose="02020603050405020304" pitchFamily="18" charset="0"/>
              </a:rPr>
              <a:t>(path)) {</a:t>
            </a: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server.send</a:t>
            </a:r>
            <a:r>
              <a:rPr lang="en-IN" sz="1600" dirty="0">
                <a:latin typeface="Times New Roman" panose="02020603050405020304" pitchFamily="18" charset="0"/>
                <a:cs typeface="Times New Roman" panose="02020603050405020304" pitchFamily="18" charset="0"/>
              </a:rPr>
              <a:t>(404, "text/plain", "File Not Found");</a:t>
            </a:r>
          </a:p>
          <a:p>
            <a:pPr marL="0" indent="0">
              <a:buNone/>
            </a:pPr>
            <a:r>
              <a:rPr lang="en-IN" sz="1600" dirty="0">
                <a:latin typeface="Times New Roman" panose="02020603050405020304" pitchFamily="18" charset="0"/>
                <a:cs typeface="Times New Roman" panose="02020603050405020304" pitchFamily="18" charset="0"/>
              </a:rPr>
              <a:t>    return;</a:t>
            </a:r>
          </a:p>
          <a:p>
            <a:pPr marL="0" indent="0">
              <a:buNone/>
            </a:pPr>
            <a:r>
              <a:rPr lang="en-IN" sz="1600" dirty="0">
                <a:latin typeface="Times New Roman" panose="02020603050405020304" pitchFamily="18" charset="0"/>
                <a:cs typeface="Times New Roman" panose="02020603050405020304" pitchFamily="18" charset="0"/>
              </a:rPr>
              <a:t>  }</a:t>
            </a:r>
          </a:p>
          <a:p>
            <a:pPr marL="0" indent="0">
              <a:buNone/>
            </a:pPr>
            <a:r>
              <a:rPr lang="en-IN" sz="1600" dirty="0">
                <a:latin typeface="Times New Roman" panose="02020603050405020304" pitchFamily="18" charset="0"/>
                <a:cs typeface="Times New Roman" panose="02020603050405020304" pitchFamily="18" charset="0"/>
              </a:rPr>
              <a:t>  File </a:t>
            </a:r>
            <a:r>
              <a:rPr lang="en-IN" sz="1600" dirty="0" err="1">
                <a:latin typeface="Times New Roman" panose="02020603050405020304" pitchFamily="18" charset="0"/>
                <a:cs typeface="Times New Roman" panose="02020603050405020304" pitchFamily="18" charset="0"/>
              </a:rPr>
              <a:t>file</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LittleFS.open</a:t>
            </a:r>
            <a:r>
              <a:rPr lang="en-IN" sz="1600" dirty="0">
                <a:latin typeface="Times New Roman" panose="02020603050405020304" pitchFamily="18" charset="0"/>
                <a:cs typeface="Times New Roman" panose="02020603050405020304" pitchFamily="18" charset="0"/>
              </a:rPr>
              <a:t>(path, "r");</a:t>
            </a: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server.streamFile</a:t>
            </a:r>
            <a:r>
              <a:rPr lang="en-IN" sz="1600" dirty="0">
                <a:latin typeface="Times New Roman" panose="02020603050405020304" pitchFamily="18" charset="0"/>
                <a:cs typeface="Times New Roman" panose="02020603050405020304" pitchFamily="18" charset="0"/>
              </a:rPr>
              <a:t>(file, </a:t>
            </a:r>
            <a:r>
              <a:rPr lang="en-IN" sz="1600" dirty="0" err="1">
                <a:latin typeface="Times New Roman" panose="02020603050405020304" pitchFamily="18" charset="0"/>
                <a:cs typeface="Times New Roman" panose="02020603050405020304" pitchFamily="18" charset="0"/>
              </a:rPr>
              <a:t>contentType</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file.close</a:t>
            </a:r>
            <a:r>
              <a:rPr lang="en-IN" sz="16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a:t>
            </a:r>
          </a:p>
          <a:p>
            <a:pPr marL="0" indent="0">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189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762CC-FB24-D4D3-FE11-EEC62286059D}"/>
              </a:ext>
            </a:extLst>
          </p:cNvPr>
          <p:cNvSpPr>
            <a:spLocks noGrp="1"/>
          </p:cNvSpPr>
          <p:nvPr>
            <p:ph type="title"/>
          </p:nvPr>
        </p:nvSpPr>
        <p:spPr>
          <a:xfrm>
            <a:off x="838200" y="365126"/>
            <a:ext cx="10515600" cy="529610"/>
          </a:xfrm>
        </p:spPr>
        <p:txBody>
          <a:bodyPr>
            <a:normAutofit/>
          </a:bodyPr>
          <a:lstStyle/>
          <a:p>
            <a:r>
              <a:rPr lang="en-US" sz="2000" b="1" dirty="0">
                <a:latin typeface="Times New Roman" panose="02020603050405020304" pitchFamily="18" charset="0"/>
                <a:cs typeface="Times New Roman" panose="02020603050405020304" pitchFamily="18" charset="0"/>
              </a:rPr>
              <a:t>RESULT</a:t>
            </a:r>
            <a:endParaRPr lang="en-IN" sz="20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994F39CD-807D-F5DF-3C21-5219FC16ED6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150373"/>
            <a:ext cx="5613923" cy="3106993"/>
          </a:xfrm>
          <a:prstGeom prst="rect">
            <a:avLst/>
          </a:prstGeom>
          <a:noFill/>
          <a:ln>
            <a:noFill/>
          </a:ln>
        </p:spPr>
      </p:pic>
      <p:pic>
        <p:nvPicPr>
          <p:cNvPr id="5" name="Picture 4">
            <a:extLst>
              <a:ext uri="{FF2B5EF4-FFF2-40B4-BE49-F238E27FC236}">
                <a16:creationId xmlns:a16="http://schemas.microsoft.com/office/drawing/2014/main" id="{427BE7A3-560E-9D46-7629-EAEACD3B5C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2854" y="1040999"/>
            <a:ext cx="1176020" cy="4378325"/>
          </a:xfrm>
          <a:prstGeom prst="rect">
            <a:avLst/>
          </a:prstGeom>
          <a:noFill/>
          <a:ln>
            <a:noFill/>
          </a:ln>
        </p:spPr>
      </p:pic>
      <p:pic>
        <p:nvPicPr>
          <p:cNvPr id="6" name="Picture 5">
            <a:extLst>
              <a:ext uri="{FF2B5EF4-FFF2-40B4-BE49-F238E27FC236}">
                <a16:creationId xmlns:a16="http://schemas.microsoft.com/office/drawing/2014/main" id="{6E3C6B50-25BD-5B4E-239A-5BA3E79582C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29605" y="1237644"/>
            <a:ext cx="3187016" cy="2759175"/>
          </a:xfrm>
          <a:prstGeom prst="rect">
            <a:avLst/>
          </a:prstGeom>
          <a:noFill/>
          <a:ln>
            <a:noFill/>
          </a:ln>
        </p:spPr>
      </p:pic>
    </p:spTree>
    <p:extLst>
      <p:ext uri="{BB962C8B-B14F-4D97-AF65-F5344CB8AC3E}">
        <p14:creationId xmlns:p14="http://schemas.microsoft.com/office/powerpoint/2010/main" val="2795921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DBDF-5CAF-354C-5774-2605829DE141}"/>
              </a:ext>
            </a:extLst>
          </p:cNvPr>
          <p:cNvSpPr>
            <a:spLocks noGrp="1"/>
          </p:cNvSpPr>
          <p:nvPr>
            <p:ph type="title"/>
          </p:nvPr>
        </p:nvSpPr>
        <p:spPr>
          <a:xfrm>
            <a:off x="838200" y="2123768"/>
            <a:ext cx="10515600" cy="1789472"/>
          </a:xfrm>
        </p:spPr>
        <p:txBody>
          <a:bodyPr>
            <a:normAutofit/>
          </a:bodyPr>
          <a:lstStyle/>
          <a:p>
            <a:pPr algn="ctr"/>
            <a:r>
              <a:rPr lang="en-US" sz="6000" b="1" dirty="0">
                <a:latin typeface="Times New Roman" panose="02020603050405020304" pitchFamily="18" charset="0"/>
                <a:cs typeface="Times New Roman" panose="02020603050405020304" pitchFamily="18" charset="0"/>
              </a:rPr>
              <a:t>THANK YOU</a:t>
            </a:r>
            <a:endParaRPr lang="en-IN"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2651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723</Words>
  <Application>Microsoft Office PowerPoint</Application>
  <PresentationFormat>Widescreen</PresentationFormat>
  <Paragraphs>105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Symbol</vt:lpstr>
      <vt:lpstr>Times New Roman</vt:lpstr>
      <vt:lpstr>Office Theme</vt:lpstr>
      <vt:lpstr>MEDSBY BIOMECHX</vt:lpstr>
      <vt:lpstr>INTRODUCTION</vt:lpstr>
      <vt:lpstr>SOFTWARE SETUP:</vt:lpstr>
      <vt:lpstr>PowerPoint Presentation</vt:lpstr>
      <vt:lpstr>PowerPoint Presentation</vt:lpstr>
      <vt:lpstr>PowerPoint Presentation</vt:lpstr>
      <vt:lpstr>PowerPoint Presentation</vt:lpstr>
      <vt:lpstr>PowerPoint Presentation</vt:lpstr>
      <vt:lpstr>PowerPoint Presentation</vt:lpstr>
      <vt:lpstr>RESULT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Subitha K</dc:creator>
  <cp:lastModifiedBy>Subitha K</cp:lastModifiedBy>
  <cp:revision>1</cp:revision>
  <dcterms:created xsi:type="dcterms:W3CDTF">2025-03-15T07:55:07Z</dcterms:created>
  <dcterms:modified xsi:type="dcterms:W3CDTF">2025-03-15T10:28:10Z</dcterms:modified>
</cp:coreProperties>
</file>